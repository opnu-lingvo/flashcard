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3"/>
  </p:notesMasterIdLst>
  <p:sldIdLst>
    <p:sldId id="327" r:id="rId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987" autoAdjust="0"/>
    <p:restoredTop sz="87774" autoAdjust="0"/>
  </p:normalViewPr>
  <p:slideViewPr>
    <p:cSldViewPr snapToGrid="0">
      <p:cViewPr varScale="1">
        <p:scale>
          <a:sx n="114" d="100"/>
          <a:sy n="114" d="100"/>
        </p:scale>
        <p:origin x="414" y="12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notesMaster" Target="notesMasters/notesMaster1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42390B3-2094-445A-AD94-A98460EB0B1D}" type="datetimeFigureOut">
              <a:rPr lang="en-US" smtClean="0"/>
              <a:t>10/11/2026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7A7E97F-9E42-4B6C-B0EB-314CE5850F2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7298636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7A7E97F-9E42-4B6C-B0EB-314CE5850F2E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8615530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F3E8E8A-1D80-4C20-AA27-646765A8CA42}" type="datetimeFigureOut">
              <a:rPr lang="en-US" smtClean="0"/>
              <a:t>10/11/2026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C1E97C7-84C8-4074-ACC7-FC8DAAB2C3B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3412949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F3E8E8A-1D80-4C20-AA27-646765A8CA42}" type="datetimeFigureOut">
              <a:rPr lang="en-US" smtClean="0"/>
              <a:t>10/11/2026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C1E97C7-84C8-4074-ACC7-FC8DAAB2C3B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794835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F3E8E8A-1D80-4C20-AA27-646765A8CA42}" type="datetimeFigureOut">
              <a:rPr lang="en-US" smtClean="0"/>
              <a:t>10/11/2026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C1E97C7-84C8-4074-ACC7-FC8DAAB2C3B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9111022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F3E8E8A-1D80-4C20-AA27-646765A8CA42}" type="datetimeFigureOut">
              <a:rPr lang="en-US" smtClean="0"/>
              <a:t>10/11/2026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C1E97C7-84C8-4074-ACC7-FC8DAAB2C3B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4490128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F3E8E8A-1D80-4C20-AA27-646765A8CA42}" type="datetimeFigureOut">
              <a:rPr lang="en-US" smtClean="0"/>
              <a:t>10/11/2026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C1E97C7-84C8-4074-ACC7-FC8DAAB2C3B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7323818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F3E8E8A-1D80-4C20-AA27-646765A8CA42}" type="datetimeFigureOut">
              <a:rPr lang="en-US" smtClean="0"/>
              <a:t>10/11/2026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C1E97C7-84C8-4074-ACC7-FC8DAAB2C3B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6516792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F3E8E8A-1D80-4C20-AA27-646765A8CA42}" type="datetimeFigureOut">
              <a:rPr lang="en-US" smtClean="0"/>
              <a:t>10/11/2026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C1E97C7-84C8-4074-ACC7-FC8DAAB2C3B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517369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F3E8E8A-1D80-4C20-AA27-646765A8CA42}" type="datetimeFigureOut">
              <a:rPr lang="en-US" smtClean="0"/>
              <a:t>10/11/2026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C1E97C7-84C8-4074-ACC7-FC8DAAB2C3B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6111608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F3E8E8A-1D80-4C20-AA27-646765A8CA42}" type="datetimeFigureOut">
              <a:rPr lang="en-US" smtClean="0"/>
              <a:t>10/11/2026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C1E97C7-84C8-4074-ACC7-FC8DAAB2C3B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7496803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F3E8E8A-1D80-4C20-AA27-646765A8CA42}" type="datetimeFigureOut">
              <a:rPr lang="en-US" smtClean="0"/>
              <a:t>10/11/2026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C1E97C7-84C8-4074-ACC7-FC8DAAB2C3B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7999400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F3E8E8A-1D80-4C20-AA27-646765A8CA42}" type="datetimeFigureOut">
              <a:rPr lang="en-US" smtClean="0"/>
              <a:t>10/11/2026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C1E97C7-84C8-4074-ACC7-FC8DAAB2C3B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5850892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F3E8E8A-1D80-4C20-AA27-646765A8CA42}" type="datetimeFigureOut">
              <a:rPr lang="en-US" smtClean="0"/>
              <a:t>10/11/2026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C1E97C7-84C8-4074-ACC7-FC8DAAB2C3B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4826667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/>
        </p:nvSpPr>
        <p:spPr>
          <a:xfrm>
            <a:off x="0" y="797"/>
            <a:ext cx="12191999" cy="654025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uk-UA" altLang="ja-JP" sz="2700" dirty="0">
                <a:latin typeface="Calibri" panose="020F0502020204030204" pitchFamily="34" charset="0"/>
              </a:rPr>
              <a:t>Національний університет «Одеська Політехніка»</a:t>
            </a:r>
          </a:p>
          <a:p>
            <a:pPr algn="ctr"/>
            <a:r>
              <a:rPr lang="uk-UA" altLang="ja-JP" sz="2700" dirty="0">
                <a:latin typeface="Calibri" panose="020F0502020204030204" pitchFamily="34" charset="0"/>
              </a:rPr>
              <a:t>Кафедра лінгводидактики</a:t>
            </a:r>
          </a:p>
          <a:p>
            <a:pPr algn="ctr"/>
            <a:r>
              <a:rPr lang="uk-UA" altLang="ja-JP" sz="2700" dirty="0">
                <a:latin typeface="Calibri" panose="020F0502020204030204" pitchFamily="34" charset="0"/>
              </a:rPr>
              <a:t>Кафедра психології та соціальної роботи</a:t>
            </a:r>
          </a:p>
          <a:p>
            <a:pPr algn="ctr"/>
            <a:r>
              <a:rPr lang="uk-UA" altLang="ja-JP" sz="2700" dirty="0">
                <a:latin typeface="Calibri" panose="020F0502020204030204" pitchFamily="34" charset="0"/>
              </a:rPr>
              <a:t>Кафедра інформаційних систем</a:t>
            </a:r>
          </a:p>
          <a:p>
            <a:pPr algn="ctr">
              <a:spcBef>
                <a:spcPts val="2400"/>
              </a:spcBef>
            </a:pPr>
            <a:r>
              <a:rPr lang="uk-UA" altLang="ru-RU" sz="3600" dirty="0">
                <a:solidFill>
                  <a:srgbClr val="002060"/>
                </a:solidFill>
                <a:latin typeface="Calibri" panose="020F0502020204030204" pitchFamily="34" charset="0"/>
              </a:rPr>
              <a:t>Перед вами – перші результати синергії</a:t>
            </a:r>
          </a:p>
          <a:p>
            <a:pPr algn="ctr"/>
            <a:r>
              <a:rPr lang="uk-UA" altLang="ru-RU" sz="3600" dirty="0">
                <a:solidFill>
                  <a:srgbClr val="002060"/>
                </a:solidFill>
                <a:latin typeface="Calibri" panose="020F0502020204030204" pitchFamily="34" charset="0"/>
              </a:rPr>
              <a:t>у межах спільної роботи над темою</a:t>
            </a:r>
          </a:p>
          <a:p>
            <a:pPr algn="ctr"/>
            <a:r>
              <a:rPr lang="uk-UA" altLang="ru-RU" sz="3600" dirty="0">
                <a:solidFill>
                  <a:srgbClr val="002060"/>
                </a:solidFill>
                <a:latin typeface="Calibri" panose="020F0502020204030204" pitchFamily="34" charset="0"/>
              </a:rPr>
              <a:t>«Створення та використання </a:t>
            </a:r>
          </a:p>
          <a:p>
            <a:pPr algn="ctr"/>
            <a:r>
              <a:rPr lang="uk-UA" altLang="ru-RU" sz="3600" dirty="0">
                <a:solidFill>
                  <a:srgbClr val="002060"/>
                </a:solidFill>
                <a:latin typeface="Calibri" panose="020F0502020204030204" pitchFamily="34" charset="0"/>
              </a:rPr>
              <a:t>візуально-</a:t>
            </a:r>
            <a:r>
              <a:rPr lang="uk-UA" altLang="ru-RU" sz="3600" dirty="0" err="1">
                <a:solidFill>
                  <a:srgbClr val="002060"/>
                </a:solidFill>
                <a:latin typeface="Calibri" panose="020F0502020204030204" pitchFamily="34" charset="0"/>
              </a:rPr>
              <a:t>аудіальних</a:t>
            </a:r>
            <a:r>
              <a:rPr lang="uk-UA" altLang="ru-RU" sz="3600" dirty="0">
                <a:solidFill>
                  <a:srgbClr val="002060"/>
                </a:solidFill>
                <a:latin typeface="Calibri" panose="020F0502020204030204" pitchFamily="34" charset="0"/>
              </a:rPr>
              <a:t> </a:t>
            </a:r>
          </a:p>
          <a:p>
            <a:pPr algn="ctr"/>
            <a:r>
              <a:rPr lang="uk-UA" altLang="ru-RU" sz="3600" dirty="0">
                <a:solidFill>
                  <a:srgbClr val="002060"/>
                </a:solidFill>
                <a:latin typeface="Calibri" panose="020F0502020204030204" pitchFamily="34" charset="0"/>
              </a:rPr>
              <a:t>паперових флеш-карток </a:t>
            </a:r>
          </a:p>
          <a:p>
            <a:pPr algn="ctr"/>
            <a:r>
              <a:rPr lang="uk-UA" altLang="ru-RU" sz="3600" dirty="0">
                <a:solidFill>
                  <a:srgbClr val="002060"/>
                </a:solidFill>
                <a:latin typeface="Calibri" panose="020F0502020204030204" pitchFamily="34" charset="0"/>
              </a:rPr>
              <a:t>для вивчення іноземних мов»</a:t>
            </a:r>
          </a:p>
          <a:p>
            <a:pPr algn="ctr"/>
            <a:endParaRPr lang="uk-UA" altLang="ru-RU" sz="2500" dirty="0">
              <a:latin typeface="Calibri" panose="020F0502020204030204" pitchFamily="34" charset="0"/>
            </a:endParaRPr>
          </a:p>
          <a:p>
            <a:pPr algn="ctr"/>
            <a:endParaRPr lang="uk-UA" altLang="ru-RU" sz="2500" dirty="0">
              <a:latin typeface="Calibri" panose="020F0502020204030204" pitchFamily="34" charset="0"/>
            </a:endParaRPr>
          </a:p>
          <a:p>
            <a:pPr algn="ctr"/>
            <a:r>
              <a:rPr lang="uk-UA" altLang="ru-RU" sz="2500" dirty="0">
                <a:latin typeface="Calibri" panose="020F0502020204030204" pitchFamily="34" charset="0"/>
              </a:rPr>
              <a:t>Одеса, жовтень, 2026 рік</a:t>
            </a:r>
            <a:endParaRPr lang="uk-UA" sz="2500" dirty="0"/>
          </a:p>
        </p:txBody>
      </p:sp>
      <p:pic>
        <p:nvPicPr>
          <p:cNvPr id="6" name="Picture 5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89353" y="22919"/>
            <a:ext cx="1275267" cy="1421011"/>
          </a:xfrm>
          <a:prstGeom prst="rect">
            <a:avLst/>
          </a:prstGeom>
        </p:spPr>
      </p:pic>
      <p:pic>
        <p:nvPicPr>
          <p:cNvPr id="11" name="Picture 10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568248" y="485776"/>
            <a:ext cx="1088080" cy="104366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4611426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6513</TotalTime>
  <Words>47</Words>
  <Application>Microsoft Office PowerPoint</Application>
  <PresentationFormat>Широкоэкранный</PresentationFormat>
  <Paragraphs>14</Paragraphs>
  <Slides>1</Slides>
  <Notes>1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3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1</vt:i4>
      </vt:variant>
    </vt:vector>
  </HeadingPairs>
  <TitlesOfParts>
    <vt:vector size="5" baseType="lpstr">
      <vt:lpstr>Arial</vt:lpstr>
      <vt:lpstr>Calibri</vt:lpstr>
      <vt:lpstr>Calibri Light</vt:lpstr>
      <vt:lpstr>Office Theme</vt:lpstr>
      <vt:lpstr>Презентация PowerPoint</vt:lpstr>
    </vt:vector>
  </TitlesOfParts>
  <Company>Netcracker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Oleksandr Blazhko</dc:creator>
  <cp:lastModifiedBy>Oleksandr Blazhko</cp:lastModifiedBy>
  <cp:revision>311</cp:revision>
  <dcterms:created xsi:type="dcterms:W3CDTF">2022-04-27T11:46:28Z</dcterms:created>
  <dcterms:modified xsi:type="dcterms:W3CDTF">2026-10-11T13:59:19Z</dcterms:modified>
</cp:coreProperties>
</file>