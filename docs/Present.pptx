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27" r:id="rId2"/>
    <p:sldId id="32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774" autoAdjust="0"/>
  </p:normalViewPr>
  <p:slideViewPr>
    <p:cSldViewPr snapToGrid="0">
      <p:cViewPr>
        <p:scale>
          <a:sx n="75" d="100"/>
          <a:sy n="75" d="100"/>
        </p:scale>
        <p:origin x="100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390B3-2094-445A-AD94-A98460EB0B1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7E97F-9E42-4B6C-B0EB-314CE5850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86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A7E97F-9E42-4B6C-B0EB-314CE5850F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5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A7E97F-9E42-4B6C-B0EB-314CE5850F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7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2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48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1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0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3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6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3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1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6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9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0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E8E8A-1D80-4C20-AA27-646765A8CA4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E97C7-84C8-4074-ACC7-FC8DAAB2C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6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97"/>
            <a:ext cx="12191999" cy="6540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altLang="ja-JP" sz="2700" dirty="0">
                <a:latin typeface="Calibri" panose="020F0502020204030204" pitchFamily="34" charset="0"/>
              </a:rPr>
              <a:t>Національний університет «Одеська Політехніка»</a:t>
            </a:r>
          </a:p>
          <a:p>
            <a:pPr algn="ctr"/>
            <a:r>
              <a:rPr lang="uk-UA" altLang="ja-JP" sz="2700" dirty="0">
                <a:latin typeface="Calibri" panose="020F0502020204030204" pitchFamily="34" charset="0"/>
              </a:rPr>
              <a:t>Кафедра лінгводидактики</a:t>
            </a:r>
          </a:p>
          <a:p>
            <a:pPr algn="ctr"/>
            <a:r>
              <a:rPr lang="uk-UA" altLang="ja-JP" sz="2700" dirty="0">
                <a:latin typeface="Calibri" panose="020F0502020204030204" pitchFamily="34" charset="0"/>
              </a:rPr>
              <a:t>Кафедра психології та соціальної роботи</a:t>
            </a:r>
          </a:p>
          <a:p>
            <a:pPr algn="ctr"/>
            <a:r>
              <a:rPr lang="uk-UA" altLang="ja-JP" sz="2700" dirty="0">
                <a:latin typeface="Calibri" panose="020F0502020204030204" pitchFamily="34" charset="0"/>
              </a:rPr>
              <a:t>Кафедра інформаційних систем</a:t>
            </a:r>
          </a:p>
          <a:p>
            <a:pPr algn="ctr">
              <a:spcBef>
                <a:spcPts val="2400"/>
              </a:spcBef>
            </a:pPr>
            <a:r>
              <a:rPr lang="uk-UA" altLang="ru-RU" sz="3600" dirty="0">
                <a:solidFill>
                  <a:srgbClr val="002060"/>
                </a:solidFill>
                <a:latin typeface="Calibri" panose="020F0502020204030204" pitchFamily="34" charset="0"/>
              </a:rPr>
              <a:t>Перед вами – перші результати синергії</a:t>
            </a:r>
          </a:p>
          <a:p>
            <a:pPr algn="ctr"/>
            <a:r>
              <a:rPr lang="uk-UA" altLang="ru-RU" sz="3600" dirty="0">
                <a:solidFill>
                  <a:srgbClr val="002060"/>
                </a:solidFill>
                <a:latin typeface="Calibri" panose="020F0502020204030204" pitchFamily="34" charset="0"/>
              </a:rPr>
              <a:t>у межах спільної роботи над темою</a:t>
            </a:r>
          </a:p>
          <a:p>
            <a:pPr algn="ctr"/>
            <a:r>
              <a:rPr lang="uk-UA" altLang="ru-RU" sz="3600" dirty="0">
                <a:solidFill>
                  <a:srgbClr val="002060"/>
                </a:solidFill>
                <a:latin typeface="Calibri" panose="020F0502020204030204" pitchFamily="34" charset="0"/>
              </a:rPr>
              <a:t>«Створення та використання </a:t>
            </a:r>
          </a:p>
          <a:p>
            <a:pPr algn="ctr"/>
            <a:r>
              <a:rPr lang="uk-UA" altLang="ru-RU" sz="3600" dirty="0">
                <a:solidFill>
                  <a:srgbClr val="002060"/>
                </a:solidFill>
                <a:latin typeface="Calibri" panose="020F0502020204030204" pitchFamily="34" charset="0"/>
              </a:rPr>
              <a:t>візуально-</a:t>
            </a:r>
            <a:r>
              <a:rPr lang="uk-UA" altLang="ru-RU" sz="3600" dirty="0" err="1">
                <a:solidFill>
                  <a:srgbClr val="002060"/>
                </a:solidFill>
                <a:latin typeface="Calibri" panose="020F0502020204030204" pitchFamily="34" charset="0"/>
              </a:rPr>
              <a:t>аудіальних</a:t>
            </a:r>
            <a:r>
              <a:rPr lang="uk-UA" altLang="ru-RU" sz="3600" dirty="0">
                <a:solidFill>
                  <a:srgbClr val="002060"/>
                </a:solidFill>
                <a:latin typeface="Calibri" panose="020F0502020204030204" pitchFamily="34" charset="0"/>
              </a:rPr>
              <a:t> </a:t>
            </a:r>
          </a:p>
          <a:p>
            <a:pPr algn="ctr"/>
            <a:r>
              <a:rPr lang="uk-UA" altLang="ru-RU" sz="3600" dirty="0">
                <a:solidFill>
                  <a:srgbClr val="002060"/>
                </a:solidFill>
                <a:latin typeface="Calibri" panose="020F0502020204030204" pitchFamily="34" charset="0"/>
              </a:rPr>
              <a:t>паперових флеш-карток </a:t>
            </a:r>
          </a:p>
          <a:p>
            <a:pPr algn="ctr"/>
            <a:r>
              <a:rPr lang="uk-UA" altLang="ru-RU" sz="3600" dirty="0">
                <a:solidFill>
                  <a:srgbClr val="002060"/>
                </a:solidFill>
                <a:latin typeface="Calibri" panose="020F0502020204030204" pitchFamily="34" charset="0"/>
              </a:rPr>
              <a:t>для вивчення іноземних мов»</a:t>
            </a:r>
          </a:p>
          <a:p>
            <a:pPr algn="ctr"/>
            <a:endParaRPr lang="uk-UA" altLang="ru-RU" sz="2500" dirty="0">
              <a:latin typeface="Calibri" panose="020F0502020204030204" pitchFamily="34" charset="0"/>
            </a:endParaRPr>
          </a:p>
          <a:p>
            <a:pPr algn="ctr"/>
            <a:endParaRPr lang="uk-UA" altLang="ru-RU" sz="2500" dirty="0">
              <a:latin typeface="Calibri" panose="020F0502020204030204" pitchFamily="34" charset="0"/>
            </a:endParaRPr>
          </a:p>
          <a:p>
            <a:pPr algn="ctr"/>
            <a:r>
              <a:rPr lang="uk-UA" altLang="ru-RU" sz="2500" dirty="0">
                <a:latin typeface="Calibri" panose="020F0502020204030204" pitchFamily="34" charset="0"/>
              </a:rPr>
              <a:t>Одеса, жовтень, 2026 рік</a:t>
            </a:r>
            <a:endParaRPr lang="uk-UA" sz="2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53" y="22919"/>
            <a:ext cx="1275267" cy="14210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248" y="485776"/>
            <a:ext cx="1088080" cy="104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1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52" y="19345"/>
            <a:ext cx="1918847" cy="21381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5079" y="132789"/>
            <a:ext cx="2067568" cy="1983176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31DB543E-42E8-4366-B141-F0380843F4CA}"/>
              </a:ext>
            </a:extLst>
          </p:cNvPr>
          <p:cNvSpPr/>
          <p:nvPr/>
        </p:nvSpPr>
        <p:spPr>
          <a:xfrm>
            <a:off x="3327400" y="131161"/>
            <a:ext cx="5194299" cy="230723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661E47-7388-437F-B76E-37466D721247}"/>
              </a:ext>
            </a:extLst>
          </p:cNvPr>
          <p:cNvSpPr txBox="1"/>
          <p:nvPr/>
        </p:nvSpPr>
        <p:spPr>
          <a:xfrm>
            <a:off x="3719793" y="557634"/>
            <a:ext cx="4534815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500"/>
            </a:lvl1pPr>
          </a:lstStyle>
          <a:p>
            <a:r>
              <a:rPr lang="uk-UA" altLang="ja-JP" dirty="0"/>
              <a:t>Кафедра лінгводидактики</a:t>
            </a:r>
            <a:endParaRPr lang="uk-UA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40F6BDB-5947-41B4-8267-C32EDC2CBAF8}"/>
              </a:ext>
            </a:extLst>
          </p:cNvPr>
          <p:cNvSpPr/>
          <p:nvPr/>
        </p:nvSpPr>
        <p:spPr>
          <a:xfrm>
            <a:off x="7277100" y="3966253"/>
            <a:ext cx="4705820" cy="272229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399A4D-776A-4A3A-9392-F9DE3BCA8D07}"/>
              </a:ext>
            </a:extLst>
          </p:cNvPr>
          <p:cNvSpPr txBox="1"/>
          <p:nvPr/>
        </p:nvSpPr>
        <p:spPr>
          <a:xfrm>
            <a:off x="7670801" y="4034737"/>
            <a:ext cx="41968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4500" dirty="0"/>
              <a:t>Кафедра психології </a:t>
            </a:r>
          </a:p>
          <a:p>
            <a:pPr algn="ctr">
              <a:lnSpc>
                <a:spcPct val="90000"/>
              </a:lnSpc>
            </a:pPr>
            <a:r>
              <a:rPr lang="uk-UA" sz="4500" dirty="0"/>
              <a:t>та соціальної </a:t>
            </a:r>
          </a:p>
          <a:p>
            <a:pPr algn="ctr">
              <a:lnSpc>
                <a:spcPct val="90000"/>
              </a:lnSpc>
            </a:pPr>
            <a:r>
              <a:rPr lang="uk-UA" sz="4500" dirty="0"/>
              <a:t>роботи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846E8DE-C6A5-4C95-8A98-3BA3A802E8A3}"/>
              </a:ext>
            </a:extLst>
          </p:cNvPr>
          <p:cNvSpPr/>
          <p:nvPr/>
        </p:nvSpPr>
        <p:spPr>
          <a:xfrm>
            <a:off x="189352" y="3973852"/>
            <a:ext cx="4409671" cy="272229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DE246B-DB07-4ECF-8BBB-2A08818942C8}"/>
              </a:ext>
            </a:extLst>
          </p:cNvPr>
          <p:cNvSpPr txBox="1"/>
          <p:nvPr/>
        </p:nvSpPr>
        <p:spPr>
          <a:xfrm>
            <a:off x="420824" y="4365502"/>
            <a:ext cx="409568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defRPr sz="4500"/>
            </a:lvl1pPr>
          </a:lstStyle>
          <a:p>
            <a:r>
              <a:rPr lang="uk-UA" dirty="0"/>
              <a:t>Кафедра інформаційних систем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71FAB1E-5DD8-4284-A0FC-17BC96ADD831}"/>
              </a:ext>
            </a:extLst>
          </p:cNvPr>
          <p:cNvSpPr/>
          <p:nvPr/>
        </p:nvSpPr>
        <p:spPr>
          <a:xfrm>
            <a:off x="2567818" y="2016714"/>
            <a:ext cx="6542198" cy="294482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Rectangle 4"/>
          <p:cNvSpPr/>
          <p:nvPr/>
        </p:nvSpPr>
        <p:spPr>
          <a:xfrm>
            <a:off x="2538560" y="2259510"/>
            <a:ext cx="66509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altLang="ru-RU" sz="4500"/>
              <a:t> Фішки з </a:t>
            </a:r>
          </a:p>
          <a:p>
            <a:pPr algn="ctr">
              <a:lnSpc>
                <a:spcPct val="90000"/>
              </a:lnSpc>
            </a:pPr>
            <a:r>
              <a:rPr lang="uk-UA" altLang="ru-RU" sz="4500"/>
              <a:t>доповненою </a:t>
            </a:r>
            <a:r>
              <a:rPr lang="uk-UA" altLang="ru-RU" sz="4500" dirty="0"/>
              <a:t>реальністю</a:t>
            </a:r>
          </a:p>
          <a:p>
            <a:pPr algn="ctr">
              <a:lnSpc>
                <a:spcPct val="90000"/>
              </a:lnSpc>
            </a:pPr>
            <a:r>
              <a:rPr lang="uk-UA" altLang="ru-RU" sz="4500" dirty="0"/>
              <a:t>для вивчення </a:t>
            </a:r>
          </a:p>
          <a:p>
            <a:pPr algn="ctr">
              <a:lnSpc>
                <a:spcPct val="90000"/>
              </a:lnSpc>
            </a:pPr>
            <a:r>
              <a:rPr lang="uk-UA" altLang="ru-RU" sz="4500" dirty="0"/>
              <a:t>іноземних слів</a:t>
            </a:r>
          </a:p>
        </p:txBody>
      </p:sp>
    </p:spTree>
    <p:extLst>
      <p:ext uri="{BB962C8B-B14F-4D97-AF65-F5344CB8AC3E}">
        <p14:creationId xmlns:p14="http://schemas.microsoft.com/office/powerpoint/2010/main" val="305900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0" grpId="0" animBg="1"/>
      <p:bldP spid="12" grpId="0"/>
      <p:bldP spid="13" grpId="0" animBg="1"/>
      <p:bldP spid="14" grpId="0"/>
      <p:bldP spid="15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6533</TotalTime>
  <Words>67</Words>
  <Application>Microsoft Office PowerPoint</Application>
  <PresentationFormat>Широкоэкранный</PresentationFormat>
  <Paragraphs>24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Презентация PowerPoint</vt:lpstr>
      <vt:lpstr>Презентация PowerPoint</vt:lpstr>
    </vt:vector>
  </TitlesOfParts>
  <Company>Netcracker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Oleksandr Blazhko</dc:creator>
  <cp:lastModifiedBy>Oleksandr Blazhko</cp:lastModifiedBy>
  <cp:revision>318</cp:revision>
  <dcterms:created xsi:type="dcterms:W3CDTF">2022-04-27T11:46:28Z</dcterms:created>
  <dcterms:modified xsi:type="dcterms:W3CDTF">2026-10-12T04:33:16Z</dcterms:modified>
</cp:coreProperties>
</file>